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AD8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 showGuides="1">
      <p:cViewPr varScale="1">
        <p:scale>
          <a:sx n="88" d="100"/>
          <a:sy n="88" d="100"/>
        </p:scale>
        <p:origin x="200" y="7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83DD8-3E3C-9FC0-3D4F-2960F09DD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FA2A95-F1BC-0183-D659-5F3FA4209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6750F6-F2CB-12B2-4132-D5DABFC3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05335D-B9BD-2FAC-9380-B707A0BD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C95771-1220-180C-F95D-3D644705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0026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FB4E61-D664-7FC3-1E5E-6085B288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78B20A-09FF-15F7-D038-90F4EBE4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8CD94E-39A6-153E-1A94-AA5F5EEA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6E72E0-8CDD-1E08-5DD2-88F2EB02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F1D4F6-37AB-35E2-D4E5-81263E52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144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23961-8166-CCF8-E949-2F9E5BE35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03B078-1BBB-25F0-9759-A47905202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0C2CF0-D59C-B3D4-A8A9-4BB310517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39363B-F509-35AE-3B3B-F3EBC42BB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24CC86-33B7-5AED-ED2A-0EAA2B7BD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046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FD0AF8-F735-B690-A248-23231A89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D9FFAB-3BAE-30B1-1AFB-724F5C963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E16E16-FA5A-B96B-18CB-876571265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F4D5E2-5F8E-67D8-47E1-563224A0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B8E27C-74DB-0142-8207-61A6C3E81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FA7641-7D79-5434-9711-BB20781F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89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F076E1-23D8-B3AC-AA1C-0B3A328A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D5C984-2364-C353-91F2-ECF3FFF15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9E6DF7-57A5-B345-59DE-9AC235320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314AF57-B537-3793-5CE5-92ECE0E0F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925661-EFEC-81F4-538B-5EFCE989F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CA0AEF9-E9A0-C7A4-9956-A87FD7A9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0E670D8-A092-9E05-72DC-C7E4AFBB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83F7F82-4802-7184-D4D3-3A0DC4EA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769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66657E-9964-7F49-A173-66D291E33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BCCB58-6101-DFCB-07AB-D647D503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284C196-8E0C-EFF9-C34E-49E37F82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A803D24-DBF6-E17F-DE96-76777A90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364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7F05A6-5964-38E0-D28A-C005D6A3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707C7FE-D2F8-DFF6-5F64-9EF25230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B7A29B-7840-C084-FEC6-55E868AA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1209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9CD477-A249-BB4D-35CE-C74DE0DAD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589891-B2B6-FAE8-1FCE-9AB97ACD7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4A1DA4-AA15-288E-09C9-F505CE564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079CE9-A768-1EF9-0EA0-5A1CFD77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1F67C6-41DD-15ED-F06E-7D04710E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072A65-7168-4839-DC94-A2791E5A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00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D9E385-AE58-DE47-EBB7-B17CC2FA5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B4ACA6E-95A5-8C79-D460-BB61BD458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42D8B0-8BC1-F8D0-613E-5ACA137A1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AF6B3F-4427-E350-420A-6E9E46B5C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E8C6AC-F515-322B-31CC-E9E3B526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FA698C-EA94-E689-D23B-3772FBB7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40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EC699F-F054-2834-ADA7-1CBBFC8EF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65077CC-A8F7-5DC3-CCD8-68FC67B03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B0ABC4-1745-DB20-0648-5C66CA7F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E983BD-662E-19AC-22A2-D25A7E71B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287AB1-05CA-FE47-15A1-0E980AC1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972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C4381F2-99F6-0370-5B0F-BDD98F371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7D78EDF-C402-A653-BB60-8AAB6AEBB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2B0DB8-35BE-78F3-2A31-8454F9C05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79FA55-FF05-5AA3-97B7-2BADCF16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37F013-12BE-D472-EC3F-69254C4D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878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C0F29A2-4226-86A4-45BB-07260FFC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7A1989-A9B1-6C54-DAAA-9EA9CF4B3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142EBE-E803-2142-0C87-969CDE3F3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055F5-7CB4-A345-AD56-9AFEA54EA1F8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6CE9ED-5B58-52A8-42AA-56EDD4467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8C1DCC-058F-69AA-7359-D6E8040D4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570A8-7605-684E-8695-D76CA9052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01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37BF530-7106-F663-0E86-8D91B995A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8" y="201058"/>
            <a:ext cx="12020004" cy="645588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D017384-138E-A5BE-D59C-34973F18F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819" y="368300"/>
            <a:ext cx="3428759" cy="3060700"/>
          </a:xfrm>
          <a:prstGeom prst="rect">
            <a:avLst/>
          </a:prstGeom>
          <a:ln w="57150">
            <a:solidFill>
              <a:srgbClr val="FF8AD8"/>
            </a:solidFill>
            <a:prstDash val="sysDash"/>
          </a:ln>
        </p:spPr>
      </p:pic>
      <p:cxnSp>
        <p:nvCxnSpPr>
          <p:cNvPr id="11" name="曲線コネクタ 10">
            <a:extLst>
              <a:ext uri="{FF2B5EF4-FFF2-40B4-BE49-F238E27FC236}">
                <a16:creationId xmlns:a16="http://schemas.microsoft.com/office/drawing/2014/main" id="{0A92EC1B-C239-3AE5-2F58-640DFDB26F85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6453208" y="2660497"/>
            <a:ext cx="1462489" cy="2999495"/>
          </a:xfrm>
          <a:prstGeom prst="curvedConnector2">
            <a:avLst/>
          </a:prstGeom>
          <a:ln w="57150" cap="flat" cmpd="sng" algn="ctr">
            <a:solidFill>
              <a:srgbClr val="FF8AD8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340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TANAKA Atsumi</dc:creator>
  <cp:lastModifiedBy>TANAKA Atsumi</cp:lastModifiedBy>
  <cp:revision>1</cp:revision>
  <dcterms:created xsi:type="dcterms:W3CDTF">2026-06-12T07:07:43Z</dcterms:created>
  <dcterms:modified xsi:type="dcterms:W3CDTF">2026-06-12T08:00:45Z</dcterms:modified>
</cp:coreProperties>
</file>